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757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4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2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5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0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6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583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0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41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3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5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4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49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958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52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82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50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3AE9743-A939-4456-893A-B47AD08AFEB7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2A54547-2216-4B55-8ECA-0F37DBFA9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9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icsjitu/Analyzing_Amazon_Sales_Data?utm_source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609056" cy="134746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Arial Rounded MT Bold" panose="020F0704030504030204" pitchFamily="34" charset="0"/>
              </a:rPr>
              <a:t>Interactive Sales Dashboard for Business Stakeholders</a:t>
            </a:r>
            <a:endParaRPr lang="en-US" sz="32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6065"/>
            <a:ext cx="9144000" cy="267485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Bahnschrift SemiCondensed" panose="020B0502040204020203" pitchFamily="34" charset="0"/>
              </a:rPr>
              <a:t>Tool:</a:t>
            </a:r>
            <a:r>
              <a:rPr lang="en-US" dirty="0">
                <a:latin typeface="Bahnschrift SemiCondensed" panose="020B0502040204020203" pitchFamily="34" charset="0"/>
              </a:rPr>
              <a:t> Microsoft Power BI</a:t>
            </a:r>
            <a:br>
              <a:rPr lang="en-US" dirty="0">
                <a:latin typeface="Bahnschrift SemiCondensed" panose="020B0502040204020203" pitchFamily="34" charset="0"/>
              </a:rPr>
            </a:br>
            <a:r>
              <a:rPr lang="en-US" b="1" dirty="0">
                <a:latin typeface="Bahnschrift SemiCondensed" panose="020B0502040204020203" pitchFamily="34" charset="0"/>
              </a:rPr>
              <a:t>Dataset:</a:t>
            </a:r>
            <a:r>
              <a:rPr lang="en-US" dirty="0">
                <a:latin typeface="Bahnschrift SemiCondensed" panose="020B0502040204020203" pitchFamily="34" charset="0"/>
              </a:rPr>
              <a:t> Amazon Sales Data (from </a:t>
            </a:r>
            <a:r>
              <a:rPr lang="en-US" dirty="0" err="1">
                <a:latin typeface="Bahnschrift SemiCondensed" panose="020B0502040204020203" pitchFamily="34" charset="0"/>
              </a:rPr>
              <a:t>GitHub</a:t>
            </a:r>
            <a:r>
              <a:rPr lang="en-US" dirty="0">
                <a:latin typeface="Bahnschrift SemiCondensed" panose="020B0502040204020203" pitchFamily="34" charset="0"/>
              </a:rPr>
              <a:t>)</a:t>
            </a:r>
            <a:br>
              <a:rPr lang="en-US" dirty="0">
                <a:latin typeface="Bahnschrift SemiCondensed" panose="020B0502040204020203" pitchFamily="34" charset="0"/>
              </a:rPr>
            </a:br>
            <a:r>
              <a:rPr lang="en-US" b="1" dirty="0">
                <a:latin typeface="Bahnschrift SemiCondensed" panose="020B0502040204020203" pitchFamily="34" charset="0"/>
              </a:rPr>
              <a:t>Objective:</a:t>
            </a:r>
            <a:endParaRPr lang="en-US" dirty="0">
              <a:latin typeface="Bahnschrift SemiCondensed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Build an interactive dashboard to track </a:t>
            </a:r>
            <a:r>
              <a:rPr lang="en-US" b="1" dirty="0">
                <a:latin typeface="Bahnschrift SemiCondensed" panose="020B0502040204020203" pitchFamily="34" charset="0"/>
              </a:rPr>
              <a:t>Sales, Profit, and Growth</a:t>
            </a:r>
            <a:r>
              <a:rPr lang="en-US" dirty="0">
                <a:latin typeface="Bahnschrift SemiCondensed" panose="020B0502040204020203" pitchFamily="3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Help business stakeholders make data-driven decisions.</a:t>
            </a:r>
          </a:p>
          <a:p>
            <a:pPr>
              <a:lnSpc>
                <a:spcPct val="120000"/>
              </a:lnSpc>
            </a:pPr>
            <a:r>
              <a:rPr lang="en-US" b="1" dirty="0">
                <a:latin typeface="Bahnschrift SemiCondensed" panose="020B0502040204020203" pitchFamily="34" charset="0"/>
              </a:rPr>
              <a:t>Key Features:</a:t>
            </a:r>
            <a:endParaRPr lang="en-US" dirty="0">
              <a:latin typeface="Bahnschrift SemiCondensed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Cleaned and transformed data in </a:t>
            </a:r>
            <a:r>
              <a:rPr lang="en-US" b="1" dirty="0">
                <a:latin typeface="Bahnschrift SemiCondensed" panose="020B0502040204020203" pitchFamily="34" charset="0"/>
              </a:rPr>
              <a:t>Power Query</a:t>
            </a:r>
            <a:endParaRPr lang="en-US" dirty="0">
              <a:latin typeface="Bahnschrift SemiCondensed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Added </a:t>
            </a:r>
            <a:r>
              <a:rPr lang="en-US" b="1" dirty="0">
                <a:latin typeface="Bahnschrift SemiCondensed" panose="020B0502040204020203" pitchFamily="34" charset="0"/>
              </a:rPr>
              <a:t>KPIs, Filters, and Time-Series Analysis</a:t>
            </a:r>
            <a:endParaRPr lang="en-US" dirty="0">
              <a:latin typeface="Bahnschrift SemiCondensed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en-US" dirty="0">
                <a:latin typeface="Bahnschrift SemiCondensed" panose="020B0502040204020203" pitchFamily="34" charset="0"/>
              </a:rPr>
              <a:t>Designed with </a:t>
            </a:r>
            <a:r>
              <a:rPr lang="en-US" b="1" dirty="0">
                <a:latin typeface="Bahnschrift SemiCondensed" panose="020B0502040204020203" pitchFamily="34" charset="0"/>
              </a:rPr>
              <a:t>consistent theme</a:t>
            </a:r>
            <a:r>
              <a:rPr lang="en-US" dirty="0">
                <a:latin typeface="Bahnschrift SemiCondensed" panose="020B0502040204020203" pitchFamily="34" charset="0"/>
              </a:rPr>
              <a:t> and </a:t>
            </a:r>
            <a:r>
              <a:rPr lang="en-US" b="1" dirty="0">
                <a:latin typeface="Bahnschrift SemiCondensed" panose="020B0502040204020203" pitchFamily="34" charset="0"/>
              </a:rPr>
              <a:t>cards for summary</a:t>
            </a:r>
            <a:endParaRPr lang="en-US" dirty="0">
              <a:latin typeface="Bahnschrift SemiCondensed" panose="020B0502040204020203" pitchFamily="34" charset="0"/>
            </a:endParaRPr>
          </a:p>
          <a:p>
            <a:pPr algn="l"/>
            <a:r>
              <a:rPr lang="en-US" dirty="0" smtClean="0">
                <a:latin typeface="Bahnschrift SemiLight SemiConde" panose="020B0502040204020203" pitchFamily="34" charset="0"/>
              </a:rPr>
              <a:t> </a:t>
            </a:r>
            <a:endParaRPr lang="en-US" dirty="0">
              <a:latin typeface="Bahnschrift SemiLight SemiConde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81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442" y="2545237"/>
            <a:ext cx="5445006" cy="320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508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Visuals Used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74482" y="2543875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Cards: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Total Sales, Profit, Margin, Quantity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Line Chart: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Sales/Profit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Bar Chart: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Profit by Region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Pie Chart: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Sales by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Top N Bar Chart: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Best-Selling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Scatter Plot: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Discount vs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Slicers: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Region | Category | Month</a:t>
            </a: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Key Insights: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Highest profit from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South Region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category leads in revenue</a:t>
            </a:r>
          </a:p>
          <a:p>
            <a:pPr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Profit dips with 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&gt;10% discounts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Steady growth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across months (≈8–10%)</a:t>
            </a:r>
          </a:p>
          <a:p>
            <a:pPr>
              <a:buFont typeface="+mj-lt"/>
              <a:buAutoNum type="arabicPeriod"/>
            </a:pP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Top Products: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Laptops, Chairs, Mobiles</a:t>
            </a:r>
          </a:p>
          <a:p>
            <a:pPr>
              <a:buFont typeface="+mj-lt"/>
              <a:buAutoNum type="arabicPeriod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Made Navigation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507" y="2543875"/>
            <a:ext cx="1962424" cy="9621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812" y="3662046"/>
            <a:ext cx="4488119" cy="31959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960" y="2543874"/>
            <a:ext cx="3086531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887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813" y="429367"/>
            <a:ext cx="924455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Business Impact: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Clear visibility into performance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Improved profit tracking and decision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Real-time filtering for stakeholder analysis</a:t>
            </a:r>
          </a:p>
          <a:p>
            <a:endParaRPr lang="en-US" dirty="0" smtClean="0"/>
          </a:p>
          <a:p>
            <a:r>
              <a:rPr lang="en-US" b="1" dirty="0" smtClean="0"/>
              <a:t>Next Steps: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Automate data refresh (</a:t>
            </a:r>
            <a:r>
              <a:rPr lang="en-US" dirty="0" err="1" smtClean="0"/>
              <a:t>GitHub</a:t>
            </a:r>
            <a:r>
              <a:rPr lang="en-US" dirty="0" smtClean="0"/>
              <a:t>/SharePoint)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Add forecast and customer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Expand visuals for quarterly reporting</a:t>
            </a:r>
          </a:p>
          <a:p>
            <a:endParaRPr lang="en-US" dirty="0" smtClean="0"/>
          </a:p>
          <a:p>
            <a:r>
              <a:rPr lang="en-US" b="1" dirty="0" smtClean="0"/>
              <a:t>Tools Used: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Power BI, Power Query, </a:t>
            </a:r>
            <a:r>
              <a:rPr lang="en-US" dirty="0" err="1" smtClean="0"/>
              <a:t>GitHub</a:t>
            </a:r>
            <a:r>
              <a:rPr lang="en-US" dirty="0" smtClean="0"/>
              <a:t> CSV</a:t>
            </a:r>
          </a:p>
          <a:p>
            <a:r>
              <a:rPr lang="en-US" dirty="0" smtClean="0"/>
              <a:t>CSV link : </a:t>
            </a:r>
            <a:r>
              <a:rPr lang="en-US" dirty="0" smtClean="0">
                <a:hlinkClick r:id="rId2"/>
              </a:rPr>
              <a:t>https://github.com/jicsjitu/Analyzing_Amazon_Sales_Data?utm_source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📘 </a:t>
            </a:r>
            <a:r>
              <a:rPr lang="en-US" i="1" dirty="0"/>
              <a:t>N</a:t>
            </a:r>
            <a:r>
              <a:rPr lang="en-US" i="1" dirty="0" smtClean="0"/>
              <a:t>ame and role: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Presented by:</a:t>
            </a:r>
            <a:r>
              <a:rPr lang="en-US" dirty="0" smtClean="0"/>
              <a:t> </a:t>
            </a:r>
            <a:r>
              <a:rPr lang="en-US" dirty="0" err="1" smtClean="0"/>
              <a:t>Sanket</a:t>
            </a:r>
            <a:r>
              <a:rPr lang="en-US" dirty="0" smtClean="0"/>
              <a:t> Tele – Data Analyst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108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98</TotalTime>
  <Words>140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Arial Rounded MT Bold</vt:lpstr>
      <vt:lpstr>Bahnschrift SemiCondensed</vt:lpstr>
      <vt:lpstr>Bahnschrift SemiLight SemiConde</vt:lpstr>
      <vt:lpstr>Century Gothic</vt:lpstr>
      <vt:lpstr>Wingdings 3</vt:lpstr>
      <vt:lpstr>Ion Boardroom</vt:lpstr>
      <vt:lpstr>Interactive Sales Dashboard for Business Stakeholders</vt:lpstr>
      <vt:lpstr>Visuals Used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2025-10-24T09:07:37Z</dcterms:created>
  <dcterms:modified xsi:type="dcterms:W3CDTF">2025-10-24T10:46:18Z</dcterms:modified>
</cp:coreProperties>
</file>